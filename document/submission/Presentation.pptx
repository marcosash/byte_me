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4E59"/>
    <a:srgbClr val="30436E"/>
    <a:srgbClr val="1118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5AB9AE-4314-4005-B276-747BB8C3528F}" v="78" dt="2026-02-16T12:32:21.175"/>
    <p1510:client id="{52C25165-42D5-4CD9-897E-B860DCC04151}" v="12" dt="2026-02-16T13:00:21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rker, Ben" userId="c99132e0-0c05-467b-81c3-44b97da1f5a4" providerId="ADAL" clId="{A372A12D-1B03-4618-8A72-979A172CB934}"/>
    <pc:docChg chg="undo custSel addSld modSld">
      <pc:chgData name="Parker, Ben" userId="c99132e0-0c05-467b-81c3-44b97da1f5a4" providerId="ADAL" clId="{A372A12D-1B03-4618-8A72-979A172CB934}" dt="2026-02-16T13:00:21.345" v="136"/>
      <pc:docMkLst>
        <pc:docMk/>
      </pc:docMkLst>
      <pc:sldChg chg="addSp delSp modSp new mod setBg">
        <pc:chgData name="Parker, Ben" userId="c99132e0-0c05-467b-81c3-44b97da1f5a4" providerId="ADAL" clId="{A372A12D-1B03-4618-8A72-979A172CB934}" dt="2026-02-15T17:30:35.353" v="132" actId="1076"/>
        <pc:sldMkLst>
          <pc:docMk/>
          <pc:sldMk cId="4258254853" sldId="256"/>
        </pc:sldMkLst>
        <pc:spChg chg="del">
          <ac:chgData name="Parker, Ben" userId="c99132e0-0c05-467b-81c3-44b97da1f5a4" providerId="ADAL" clId="{A372A12D-1B03-4618-8A72-979A172CB934}" dt="2026-02-15T17:12:09.247" v="8" actId="478"/>
          <ac:spMkLst>
            <pc:docMk/>
            <pc:sldMk cId="4258254853" sldId="256"/>
            <ac:spMk id="2" creationId="{6D1ECD7F-3903-38CF-3199-2230E4012601}"/>
          </ac:spMkLst>
        </pc:spChg>
        <pc:spChg chg="del">
          <ac:chgData name="Parker, Ben" userId="c99132e0-0c05-467b-81c3-44b97da1f5a4" providerId="ADAL" clId="{A372A12D-1B03-4618-8A72-979A172CB934}" dt="2026-02-15T17:12:11.670" v="9" actId="478"/>
          <ac:spMkLst>
            <pc:docMk/>
            <pc:sldMk cId="4258254853" sldId="256"/>
            <ac:spMk id="3" creationId="{93FD0A32-03D5-4AA4-A43C-A4092E0BEA0C}"/>
          </ac:spMkLst>
        </pc:spChg>
        <pc:spChg chg="add mod">
          <ac:chgData name="Parker, Ben" userId="c99132e0-0c05-467b-81c3-44b97da1f5a4" providerId="ADAL" clId="{A372A12D-1B03-4618-8A72-979A172CB934}" dt="2026-02-15T17:30:35.353" v="132" actId="1076"/>
          <ac:spMkLst>
            <pc:docMk/>
            <pc:sldMk cId="4258254853" sldId="256"/>
            <ac:spMk id="6" creationId="{0ED0E5DC-C2F2-481E-A1B9-263A9AC17BDF}"/>
          </ac:spMkLst>
        </pc:spChg>
        <pc:picChg chg="add mod">
          <ac:chgData name="Parker, Ben" userId="c99132e0-0c05-467b-81c3-44b97da1f5a4" providerId="ADAL" clId="{A372A12D-1B03-4618-8A72-979A172CB934}" dt="2026-02-15T17:29:57.618" v="129" actId="1076"/>
          <ac:picMkLst>
            <pc:docMk/>
            <pc:sldMk cId="4258254853" sldId="256"/>
            <ac:picMk id="5" creationId="{795C167F-13BA-03EC-41EB-26E782418024}"/>
          </ac:picMkLst>
        </pc:picChg>
      </pc:sldChg>
      <pc:sldChg chg="modTransition modAnim">
        <pc:chgData name="Parker, Ben" userId="c99132e0-0c05-467b-81c3-44b97da1f5a4" providerId="ADAL" clId="{A372A12D-1B03-4618-8A72-979A172CB934}" dt="2026-02-16T13:00:21.345" v="136"/>
        <pc:sldMkLst>
          <pc:docMk/>
          <pc:sldMk cId="1252701251" sldId="259"/>
        </pc:sldMkLst>
      </pc:sldChg>
    </pc:docChg>
  </pc:docChgLst>
  <pc:docChgLst>
    <pc:chgData name="Parker, Ben" userId="c99132e0-0c05-467b-81c3-44b97da1f5a4" providerId="ADAL" clId="{515AB9AE-4314-4005-B276-747BB8C3528F}"/>
    <pc:docChg chg="custSel addSld delSld modSld sldOrd modMainMaster">
      <pc:chgData name="Parker, Ben" userId="c99132e0-0c05-467b-81c3-44b97da1f5a4" providerId="ADAL" clId="{515AB9AE-4314-4005-B276-747BB8C3528F}" dt="2026-02-16T12:32:41.333" v="1383" actId="1076"/>
      <pc:docMkLst>
        <pc:docMk/>
      </pc:docMkLst>
      <pc:sldChg chg="modTransition setBg">
        <pc:chgData name="Parker, Ben" userId="c99132e0-0c05-467b-81c3-44b97da1f5a4" providerId="ADAL" clId="{515AB9AE-4314-4005-B276-747BB8C3528F}" dt="2026-02-16T12:22:20.503" v="552"/>
        <pc:sldMkLst>
          <pc:docMk/>
          <pc:sldMk cId="4258254853" sldId="256"/>
        </pc:sldMkLst>
      </pc:sldChg>
      <pc:sldChg chg="modSp new mod modTransition modAnim">
        <pc:chgData name="Parker, Ben" userId="c99132e0-0c05-467b-81c3-44b97da1f5a4" providerId="ADAL" clId="{515AB9AE-4314-4005-B276-747BB8C3528F}" dt="2026-02-16T12:22:35.266" v="555"/>
        <pc:sldMkLst>
          <pc:docMk/>
          <pc:sldMk cId="1723300238" sldId="257"/>
        </pc:sldMkLst>
        <pc:spChg chg="mod">
          <ac:chgData name="Parker, Ben" userId="c99132e0-0c05-467b-81c3-44b97da1f5a4" providerId="ADAL" clId="{515AB9AE-4314-4005-B276-747BB8C3528F}" dt="2026-02-16T12:22:31.851" v="554" actId="20577"/>
          <ac:spMkLst>
            <pc:docMk/>
            <pc:sldMk cId="1723300238" sldId="257"/>
            <ac:spMk id="2" creationId="{2B277D7E-766E-3087-F4F5-28CF101E7CFB}"/>
          </ac:spMkLst>
        </pc:spChg>
        <pc:spChg chg="mod">
          <ac:chgData name="Parker, Ben" userId="c99132e0-0c05-467b-81c3-44b97da1f5a4" providerId="ADAL" clId="{515AB9AE-4314-4005-B276-747BB8C3528F}" dt="2026-02-16T12:20:53.191" v="535" actId="5793"/>
          <ac:spMkLst>
            <pc:docMk/>
            <pc:sldMk cId="1723300238" sldId="257"/>
            <ac:spMk id="3" creationId="{E1308CAC-1324-77BC-2E6A-87C97E10EE3C}"/>
          </ac:spMkLst>
        </pc:spChg>
      </pc:sldChg>
      <pc:sldChg chg="modSp new mod modTransition modAnim">
        <pc:chgData name="Parker, Ben" userId="c99132e0-0c05-467b-81c3-44b97da1f5a4" providerId="ADAL" clId="{515AB9AE-4314-4005-B276-747BB8C3528F}" dt="2026-02-16T12:28:04.689" v="1060" actId="20577"/>
        <pc:sldMkLst>
          <pc:docMk/>
          <pc:sldMk cId="4138791048" sldId="258"/>
        </pc:sldMkLst>
        <pc:spChg chg="mod">
          <ac:chgData name="Parker, Ben" userId="c99132e0-0c05-467b-81c3-44b97da1f5a4" providerId="ADAL" clId="{515AB9AE-4314-4005-B276-747BB8C3528F}" dt="2026-02-16T12:23:13.713" v="584" actId="207"/>
          <ac:spMkLst>
            <pc:docMk/>
            <pc:sldMk cId="4138791048" sldId="258"/>
            <ac:spMk id="2" creationId="{9B803CF6-87AE-D0B4-4B2D-D2C33CCB9EF9}"/>
          </ac:spMkLst>
        </pc:spChg>
        <pc:spChg chg="mod">
          <ac:chgData name="Parker, Ben" userId="c99132e0-0c05-467b-81c3-44b97da1f5a4" providerId="ADAL" clId="{515AB9AE-4314-4005-B276-747BB8C3528F}" dt="2026-02-16T12:28:04.689" v="1060" actId="20577"/>
          <ac:spMkLst>
            <pc:docMk/>
            <pc:sldMk cId="4138791048" sldId="258"/>
            <ac:spMk id="3" creationId="{72BB2E3C-E2D3-38DA-DE18-7CE0C0D72F94}"/>
          </ac:spMkLst>
        </pc:spChg>
      </pc:sldChg>
      <pc:sldChg chg="modSp new mod">
        <pc:chgData name="Parker, Ben" userId="c99132e0-0c05-467b-81c3-44b97da1f5a4" providerId="ADAL" clId="{515AB9AE-4314-4005-B276-747BB8C3528F}" dt="2026-02-16T12:29:28.604" v="1146" actId="20577"/>
        <pc:sldMkLst>
          <pc:docMk/>
          <pc:sldMk cId="1252701251" sldId="259"/>
        </pc:sldMkLst>
        <pc:spChg chg="mod">
          <ac:chgData name="Parker, Ben" userId="c99132e0-0c05-467b-81c3-44b97da1f5a4" providerId="ADAL" clId="{515AB9AE-4314-4005-B276-747BB8C3528F}" dt="2026-02-16T12:28:14.862" v="1071" actId="20577"/>
          <ac:spMkLst>
            <pc:docMk/>
            <pc:sldMk cId="1252701251" sldId="259"/>
            <ac:spMk id="2" creationId="{2D9B950F-5E0E-3489-2F3F-9FCF40612808}"/>
          </ac:spMkLst>
        </pc:spChg>
        <pc:spChg chg="mod">
          <ac:chgData name="Parker, Ben" userId="c99132e0-0c05-467b-81c3-44b97da1f5a4" providerId="ADAL" clId="{515AB9AE-4314-4005-B276-747BB8C3528F}" dt="2026-02-16T12:29:28.604" v="1146" actId="20577"/>
          <ac:spMkLst>
            <pc:docMk/>
            <pc:sldMk cId="1252701251" sldId="259"/>
            <ac:spMk id="3" creationId="{E8924ED2-2087-4A09-7DDE-4FC3BA6B73FB}"/>
          </ac:spMkLst>
        </pc:spChg>
      </pc:sldChg>
      <pc:sldChg chg="modSp new mod modTransition modAnim">
        <pc:chgData name="Parker, Ben" userId="c99132e0-0c05-467b-81c3-44b97da1f5a4" providerId="ADAL" clId="{515AB9AE-4314-4005-B276-747BB8C3528F}" dt="2026-02-16T12:32:10.972" v="1356"/>
        <pc:sldMkLst>
          <pc:docMk/>
          <pc:sldMk cId="523009381" sldId="260"/>
        </pc:sldMkLst>
        <pc:spChg chg="mod">
          <ac:chgData name="Parker, Ben" userId="c99132e0-0c05-467b-81c3-44b97da1f5a4" providerId="ADAL" clId="{515AB9AE-4314-4005-B276-747BB8C3528F}" dt="2026-02-16T12:29:56.808" v="1162" actId="20577"/>
          <ac:spMkLst>
            <pc:docMk/>
            <pc:sldMk cId="523009381" sldId="260"/>
            <ac:spMk id="2" creationId="{B0456D06-8102-E90B-255E-94D269E7EB25}"/>
          </ac:spMkLst>
        </pc:spChg>
        <pc:spChg chg="mod">
          <ac:chgData name="Parker, Ben" userId="c99132e0-0c05-467b-81c3-44b97da1f5a4" providerId="ADAL" clId="{515AB9AE-4314-4005-B276-747BB8C3528F}" dt="2026-02-16T12:31:55.694" v="1350" actId="1076"/>
          <ac:spMkLst>
            <pc:docMk/>
            <pc:sldMk cId="523009381" sldId="260"/>
            <ac:spMk id="3" creationId="{D01C93BF-45E0-9917-FA4B-686DCEC3AD25}"/>
          </ac:spMkLst>
        </pc:spChg>
      </pc:sldChg>
      <pc:sldChg chg="delSp modSp new del mod modTransition">
        <pc:chgData name="Parker, Ben" userId="c99132e0-0c05-467b-81c3-44b97da1f5a4" providerId="ADAL" clId="{515AB9AE-4314-4005-B276-747BB8C3528F}" dt="2026-02-16T12:32:37.585" v="1381" actId="2696"/>
        <pc:sldMkLst>
          <pc:docMk/>
          <pc:sldMk cId="715071385" sldId="261"/>
        </pc:sldMkLst>
        <pc:spChg chg="mod">
          <ac:chgData name="Parker, Ben" userId="c99132e0-0c05-467b-81c3-44b97da1f5a4" providerId="ADAL" clId="{515AB9AE-4314-4005-B276-747BB8C3528F}" dt="2026-02-16T12:32:30.234" v="1377" actId="14100"/>
          <ac:spMkLst>
            <pc:docMk/>
            <pc:sldMk cId="715071385" sldId="261"/>
            <ac:spMk id="2" creationId="{407FAEB1-6E25-B7B9-379F-0657C116B2E7}"/>
          </ac:spMkLst>
        </pc:spChg>
        <pc:spChg chg="del">
          <ac:chgData name="Parker, Ben" userId="c99132e0-0c05-467b-81c3-44b97da1f5a4" providerId="ADAL" clId="{515AB9AE-4314-4005-B276-747BB8C3528F}" dt="2026-02-16T12:32:27.839" v="1376" actId="478"/>
          <ac:spMkLst>
            <pc:docMk/>
            <pc:sldMk cId="715071385" sldId="261"/>
            <ac:spMk id="3" creationId="{42254FF1-074A-F2F0-CAF5-51DFBFEEF9A2}"/>
          </ac:spMkLst>
        </pc:spChg>
      </pc:sldChg>
      <pc:sldChg chg="delSp modSp add mod ord">
        <pc:chgData name="Parker, Ben" userId="c99132e0-0c05-467b-81c3-44b97da1f5a4" providerId="ADAL" clId="{515AB9AE-4314-4005-B276-747BB8C3528F}" dt="2026-02-16T12:32:41.333" v="1383" actId="1076"/>
        <pc:sldMkLst>
          <pc:docMk/>
          <pc:sldMk cId="75274038" sldId="262"/>
        </pc:sldMkLst>
        <pc:spChg chg="del">
          <ac:chgData name="Parker, Ben" userId="c99132e0-0c05-467b-81c3-44b97da1f5a4" providerId="ADAL" clId="{515AB9AE-4314-4005-B276-747BB8C3528F}" dt="2026-02-16T12:32:40.120" v="1382" actId="478"/>
          <ac:spMkLst>
            <pc:docMk/>
            <pc:sldMk cId="75274038" sldId="262"/>
            <ac:spMk id="6" creationId="{CF5DF9A3-2864-955F-ED42-B01B33983502}"/>
          </ac:spMkLst>
        </pc:spChg>
        <pc:picChg chg="mod">
          <ac:chgData name="Parker, Ben" userId="c99132e0-0c05-467b-81c3-44b97da1f5a4" providerId="ADAL" clId="{515AB9AE-4314-4005-B276-747BB8C3528F}" dt="2026-02-16T12:32:41.333" v="1383" actId="1076"/>
          <ac:picMkLst>
            <pc:docMk/>
            <pc:sldMk cId="75274038" sldId="262"/>
            <ac:picMk id="5" creationId="{A8C07DEF-DE39-4CB0-F881-36D8C0E0EAD3}"/>
          </ac:picMkLst>
        </pc:picChg>
      </pc:sldChg>
      <pc:sldMasterChg chg="setBg modSldLayout">
        <pc:chgData name="Parker, Ben" userId="c99132e0-0c05-467b-81c3-44b97da1f5a4" providerId="ADAL" clId="{515AB9AE-4314-4005-B276-747BB8C3528F}" dt="2026-02-16T12:02:50.188" v="1"/>
        <pc:sldMasterMkLst>
          <pc:docMk/>
          <pc:sldMasterMk cId="2708565366" sldId="2147483648"/>
        </pc:sldMasterMkLst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4002358329" sldId="2147483649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2385573992" sldId="2147483650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487297844" sldId="2147483651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203889502" sldId="2147483652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3586723129" sldId="2147483653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934111850" sldId="2147483654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4009424569" sldId="2147483655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1898738689" sldId="2147483656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1639721241" sldId="2147483657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857686299" sldId="2147483658"/>
          </pc:sldLayoutMkLst>
        </pc:sldLayoutChg>
        <pc:sldLayoutChg chg="setBg">
          <pc:chgData name="Parker, Ben" userId="c99132e0-0c05-467b-81c3-44b97da1f5a4" providerId="ADAL" clId="{515AB9AE-4314-4005-B276-747BB8C3528F}" dt="2026-02-16T12:02:50.188" v="1"/>
          <pc:sldLayoutMkLst>
            <pc:docMk/>
            <pc:sldMasterMk cId="2708565366" sldId="2147483648"/>
            <pc:sldLayoutMk cId="3583930971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3C4F4-8596-ADC9-60A9-DD38A19E9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2E55A-9803-944D-A6C2-B497B3316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93D0D5-6867-C9B9-3E73-94B738713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5507EE-38B4-8940-F36B-90807CFD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49151-24DD-94C1-35C3-4E4A4AF8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358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D4F85-6C37-23AC-C3BD-BBA6BD676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6FB8-C6EA-769E-612B-7EA59FDD6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2547D-CCFA-C9CC-B9A5-A339035C0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DE0CA-5CCA-C80D-A912-0E952009F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B9A53-36A4-E81F-A777-FE893E37D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5739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2E20E-CF85-5FED-6DF4-0B385F680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0F44B-3AD8-CB15-0243-7B551C0E1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DE0C6-B23C-A4B9-99E8-0035968F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061E1-88C2-12CD-AE55-AE00E8C4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0A2D6-C436-563F-59C3-04F5F50DD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297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6AF7-1F26-E83F-1E17-E0112E742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464DE-8585-B31A-4D94-A5E0713A55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1189C-28DA-5DB0-7B0B-170A60C67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AF8560-2E2F-8320-B30D-C59BB8A0E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BD7805-1271-64C1-59A4-7F64DBE58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6AB8F1-3A0A-7A89-C770-8F19A46EB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89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D5B16-83CE-5F62-CD0C-FF29CBC2D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887FF-2DAF-F5B0-33DC-D4969AB8B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684431-DA08-CDFC-6373-AB7BA3BBA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451EB0-63EE-DC07-236A-C6D30492D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01CD4-7557-AD17-9645-4EF661774F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AC913B-83A9-3862-D8A7-D3517A93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E3E3F9-AB31-6512-4BEF-2601ACBAD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A2177-8E1E-DAB9-B943-2044D6F1A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6723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7CB8F-B91B-3185-625C-3FDC4181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FBEB76-F252-9AD2-4063-3AA626A1C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7341F7-9CA3-E868-37CE-23633A4D8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4E51B-2941-5ECE-A18A-873B66D48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111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EC5FF9-DEF8-36FC-EF65-0A933107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58BFB8-5962-7B5D-D9DC-1FE1E63D4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895E2-3FC5-3BB9-17B2-22F5A193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424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03BB5-7F5C-350C-C99D-1A6A1FEF35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AD481-426D-D67C-5D59-686503EAB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540BB8-3941-9457-E43D-F0E4BB3E89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A260E-C815-6265-5A2B-A86FBCD7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46F41F-6003-028B-7887-28EAF5BD1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2C828-5120-D860-B769-0342E12F8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738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40E1C-D2E0-0C42-44F0-139026FDB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7613DF-1D7C-EE3C-DBDC-532CE77222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6EC22-E50A-61D3-1F7E-9E4EA92BE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5E0DE-F643-7939-F9E7-4ED690C69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EDFDB0-E7B2-DC75-BEE3-B740E561A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6AACCA-E49F-1C10-7663-2FAD388B7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721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6E846-8C96-C728-767A-BDA8FCC2E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C72A2-A488-1E8D-1836-4EEF86FDE6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208F0-8F7D-985C-8A79-A30B33999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EDA15-F7C1-ED46-52BA-257081BEC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AE7B0-2A6A-6EA6-7BD7-130F5BFFF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7686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B756F4-62EC-0B62-CD53-259F7CF49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31EC1-F673-1F14-1C64-AB3BE0232C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706532-EACE-6D71-5973-FA3E094AA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02EFE-4750-01A5-3314-5544B49A6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2E977-2426-5A55-991F-3A0B62DE7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93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043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D80C01-D0E9-9A2E-DC50-E249BFAF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52368-6082-91FE-3282-91618603FC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C9A8-C3D5-C89B-78FA-8C11A221C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308F89-88B7-4102-83C0-90202BDA02D4}" type="datetimeFigureOut">
              <a:rPr lang="en-GB" smtClean="0"/>
              <a:t>16/02/2026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EE837-4431-1247-17DC-3848762FB6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A25EE-B27F-363A-9CF3-E86DE22CBA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2BCFC3-321A-4051-B34D-5123D58CD0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565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795C167F-13BA-03EC-41EB-26E782418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09" y="1065322"/>
            <a:ext cx="9966980" cy="3291847"/>
          </a:xfrm>
          <a:prstGeom prst="rect">
            <a:avLst/>
          </a:prstGeom>
          <a:noFill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D0E5DC-C2F2-481E-A1B9-263A9AC17BDF}"/>
              </a:ext>
            </a:extLst>
          </p:cNvPr>
          <p:cNvSpPr txBox="1"/>
          <p:nvPr/>
        </p:nvSpPr>
        <p:spPr>
          <a:xfrm>
            <a:off x="2160637" y="4719485"/>
            <a:ext cx="78707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chemeClr val="bg1"/>
                </a:solidFill>
              </a:rPr>
              <a:t>A Food Rescue Marketplace and Forecasting Application</a:t>
            </a:r>
          </a:p>
        </p:txBody>
      </p:sp>
    </p:spTree>
    <p:extLst>
      <p:ext uri="{BB962C8B-B14F-4D97-AF65-F5344CB8AC3E}">
        <p14:creationId xmlns:p14="http://schemas.microsoft.com/office/powerpoint/2010/main" val="4258254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77D7E-766E-3087-F4F5-28CF101E7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08CAC-1324-77BC-2E6A-87C97E10E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Restaurants creating waste, as uneaten food thrown away at the end of the day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Company employees working long hours, then cooking (time consuming) or ordering food (expensive)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Existing food rescue marketplaces focus on the public market, not commercial applications</a:t>
            </a:r>
          </a:p>
        </p:txBody>
      </p:sp>
    </p:spTree>
    <p:extLst>
      <p:ext uri="{BB962C8B-B14F-4D97-AF65-F5344CB8AC3E}">
        <p14:creationId xmlns:p14="http://schemas.microsoft.com/office/powerpoint/2010/main" val="1723300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03CF6-87AE-D0B4-4B2D-D2C33CCB9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The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B2E3C-E2D3-38DA-DE18-7CE0C0D72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 marketplace aimed at companies to offer their employees a prepaid meal at the end of the day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Employees are fed, restaurants still make money on food, companies can advertise the reduction of their carbon footprint with their offset accreditation</a:t>
            </a:r>
          </a:p>
        </p:txBody>
      </p:sp>
    </p:spTree>
    <p:extLst>
      <p:ext uri="{BB962C8B-B14F-4D97-AF65-F5344CB8AC3E}">
        <p14:creationId xmlns:p14="http://schemas.microsoft.com/office/powerpoint/2010/main" val="41387910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950F-5E0E-3489-2F3F-9FCF40612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Key Risks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924ED2-2087-4A09-7DDE-4FC3BA6B73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Scope creep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Unrealistic Timelines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Unconstructive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12527012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6D06-8102-E90B-255E-94D269E7E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Sprint 2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C93BF-45E0-9917-FA4B-686DCEC3AD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46859"/>
            <a:ext cx="10515600" cy="2711474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Additional forecasting techniques</a:t>
            </a:r>
          </a:p>
          <a:p>
            <a:r>
              <a:rPr lang="en-GB" dirty="0">
                <a:solidFill>
                  <a:schemeClr val="bg1"/>
                </a:solidFill>
              </a:rPr>
              <a:t>Additional analytical views</a:t>
            </a:r>
          </a:p>
          <a:p>
            <a:r>
              <a:rPr lang="en-GB" dirty="0">
                <a:solidFill>
                  <a:schemeClr val="bg1"/>
                </a:solidFill>
              </a:rPr>
              <a:t>Advertisable streak accreditations</a:t>
            </a:r>
          </a:p>
          <a:p>
            <a:r>
              <a:rPr lang="en-GB" dirty="0">
                <a:solidFill>
                  <a:schemeClr val="bg1"/>
                </a:solidFill>
              </a:rPr>
              <a:t>Support and issue reporting</a:t>
            </a:r>
          </a:p>
          <a:p>
            <a:r>
              <a:rPr lang="en-GB" dirty="0">
                <a:solidFill>
                  <a:schemeClr val="bg1"/>
                </a:solidFill>
              </a:rPr>
              <a:t>UI and site flow upgrades</a:t>
            </a:r>
          </a:p>
        </p:txBody>
      </p:sp>
    </p:spTree>
    <p:extLst>
      <p:ext uri="{BB962C8B-B14F-4D97-AF65-F5344CB8AC3E}">
        <p14:creationId xmlns:p14="http://schemas.microsoft.com/office/powerpoint/2010/main" val="523009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668B2-500B-651D-34CB-36AE63CAB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8C07DEF-DE39-4CB0-F881-36D8C0E0E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10" y="1783076"/>
            <a:ext cx="9966980" cy="32918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5274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128</Words>
  <Application>Microsoft Office PowerPoint</Application>
  <PresentationFormat>Widescreen</PresentationFormat>
  <Paragraphs>24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The Problem</vt:lpstr>
      <vt:lpstr>The Solution</vt:lpstr>
      <vt:lpstr>Key Risks</vt:lpstr>
      <vt:lpstr>Sprint 2 Plan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Parker, Ben</dc:creator>
  <cp:lastModifiedBy>Parker, Ben</cp:lastModifiedBy>
  <cp:revision>1</cp:revision>
  <dcterms:created xsi:type="dcterms:W3CDTF">2026-02-15T17:10:12Z</dcterms:created>
  <dcterms:modified xsi:type="dcterms:W3CDTF">2026-02-16T13:00:21Z</dcterms:modified>
</cp:coreProperties>
</file>